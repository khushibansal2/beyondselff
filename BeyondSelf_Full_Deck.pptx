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da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ui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tech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stack-slid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stack-slide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stack-slide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nove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2slide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2slide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d_presentation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elty_innovation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elty_innovation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llenges_breakthroug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elty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yondSelf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